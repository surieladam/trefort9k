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AE19D8-4D54-4AEA-8BDE-C29CB750B7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How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Drink</a:t>
            </a:r>
            <a:r>
              <a:rPr lang="hu-HU" dirty="0"/>
              <a:t> </a:t>
            </a:r>
            <a:r>
              <a:rPr lang="hu-HU" dirty="0" err="1"/>
              <a:t>water</a:t>
            </a:r>
            <a:r>
              <a:rPr lang="hu-HU" dirty="0"/>
              <a:t>?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EA18CAB-4A7C-43C6-88E8-ED8741E94B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By:unknown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60859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E84A96-846E-487F-8DAA-4EB710BF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</a:t>
            </a:r>
            <a:r>
              <a:rPr lang="hu-HU" dirty="0" err="1"/>
              <a:t>Grab</a:t>
            </a:r>
            <a:r>
              <a:rPr lang="hu-HU" dirty="0"/>
              <a:t> a </a:t>
            </a:r>
            <a:r>
              <a:rPr lang="hu-HU" dirty="0" err="1"/>
              <a:t>bottle</a:t>
            </a:r>
            <a:r>
              <a:rPr lang="hu-HU" dirty="0"/>
              <a:t>!!!!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82E5FE-DBBE-4678-B81F-5527CE41F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088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40C003-29E0-4F54-B15E-018EFBF7A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</a:t>
            </a:r>
            <a:r>
              <a:rPr lang="hu-HU" dirty="0" err="1"/>
              <a:t>Find</a:t>
            </a:r>
            <a:r>
              <a:rPr lang="hu-HU" dirty="0"/>
              <a:t> a sink!!!!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FB8E8FE-8CCF-40E4-9D7E-C3ADE564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5652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C867C3-B43B-4163-AEA2-6825BFF6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3. Open </a:t>
            </a:r>
            <a:r>
              <a:rPr lang="hu-HU" dirty="0" err="1"/>
              <a:t>the</a:t>
            </a:r>
            <a:r>
              <a:rPr lang="hu-HU" dirty="0"/>
              <a:t> sink!!!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94D311-90BA-4F3E-A0CB-2DB571251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3112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920B2F-3ADB-4C2A-9134-2E200673D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4. </a:t>
            </a:r>
            <a:r>
              <a:rPr lang="hu-HU" dirty="0" err="1"/>
              <a:t>While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sink is </a:t>
            </a:r>
            <a:r>
              <a:rPr lang="hu-HU" dirty="0" err="1"/>
              <a:t>open</a:t>
            </a:r>
            <a:r>
              <a:rPr lang="hu-HU" dirty="0"/>
              <a:t> </a:t>
            </a:r>
            <a:r>
              <a:rPr lang="hu-HU" dirty="0" err="1"/>
              <a:t>fill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bottle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DC25B75-0C35-4C24-B23F-8C7EEE389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942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84D7C3-DF37-479E-A741-3E53765A4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5. </a:t>
            </a:r>
            <a:r>
              <a:rPr lang="hu-HU" dirty="0" err="1"/>
              <a:t>Wait</a:t>
            </a:r>
            <a:r>
              <a:rPr lang="hu-HU" dirty="0"/>
              <a:t> </a:t>
            </a:r>
            <a:r>
              <a:rPr lang="hu-HU" dirty="0" err="1"/>
              <a:t>till</a:t>
            </a:r>
            <a:r>
              <a:rPr lang="hu-HU" dirty="0"/>
              <a:t> </a:t>
            </a:r>
            <a:r>
              <a:rPr lang="hu-HU" dirty="0" err="1"/>
              <a:t>it</a:t>
            </a:r>
            <a:r>
              <a:rPr lang="hu-HU" dirty="0"/>
              <a:t> </a:t>
            </a:r>
            <a:r>
              <a:rPr lang="hu-HU" dirty="0" err="1"/>
              <a:t>become</a:t>
            </a:r>
            <a:r>
              <a:rPr lang="hu-HU" dirty="0"/>
              <a:t> </a:t>
            </a:r>
            <a:r>
              <a:rPr lang="hu-HU" dirty="0" err="1"/>
              <a:t>full</a:t>
            </a:r>
            <a:r>
              <a:rPr lang="hu-HU" dirty="0"/>
              <a:t>!!!!!4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A26173-2BBE-42BE-B472-E3CB4A805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568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C46096-0D14-420A-AB2E-50C4B9E69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6. </a:t>
            </a:r>
            <a:r>
              <a:rPr lang="hu-HU" dirty="0" err="1"/>
              <a:t>Grab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bottle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your</a:t>
            </a:r>
            <a:r>
              <a:rPr lang="hu-HU" dirty="0"/>
              <a:t> </a:t>
            </a:r>
            <a:r>
              <a:rPr lang="hu-HU" dirty="0" err="1"/>
              <a:t>hand</a:t>
            </a:r>
            <a:r>
              <a:rPr lang="hu-HU" dirty="0"/>
              <a:t>!!!!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61CBDD-1C04-4A39-AA39-4201660BD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9383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6D2C49-E9DD-466B-A705-8E2C4620D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7. Open </a:t>
            </a:r>
            <a:r>
              <a:rPr lang="hu-HU" dirty="0" err="1"/>
              <a:t>your</a:t>
            </a:r>
            <a:r>
              <a:rPr lang="hu-HU" dirty="0"/>
              <a:t> </a:t>
            </a:r>
            <a:r>
              <a:rPr lang="hu-HU" dirty="0" err="1"/>
              <a:t>mouth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F08304B-2DCB-4774-9AD3-D7CEA6970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61277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E39243-1CB6-499E-89C5-F4FCF701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8. </a:t>
            </a:r>
            <a:r>
              <a:rPr lang="hu-HU" dirty="0" err="1"/>
              <a:t>Grab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bottle</a:t>
            </a:r>
            <a:r>
              <a:rPr lang="hu-HU" dirty="0"/>
              <a:t>!!!!!!!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537BC1E-4F87-4181-8023-ADE3192A8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9663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9AECFE-C6CB-4949-9990-A27E69F06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9. </a:t>
            </a:r>
            <a:r>
              <a:rPr lang="hu-HU" dirty="0" err="1"/>
              <a:t>Drink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water</a:t>
            </a:r>
            <a:r>
              <a:rPr lang="hu-HU" dirty="0"/>
              <a:t> </a:t>
            </a:r>
            <a:r>
              <a:rPr lang="hu-HU" dirty="0" err="1"/>
              <a:t>while</a:t>
            </a:r>
            <a:r>
              <a:rPr lang="hu-HU" dirty="0"/>
              <a:t> </a:t>
            </a:r>
            <a:r>
              <a:rPr lang="hu-HU" dirty="0" err="1"/>
              <a:t>your</a:t>
            </a:r>
            <a:r>
              <a:rPr lang="hu-HU" dirty="0"/>
              <a:t> </a:t>
            </a:r>
            <a:r>
              <a:rPr lang="hu-HU" dirty="0" err="1"/>
              <a:t>mouth</a:t>
            </a:r>
            <a:r>
              <a:rPr lang="hu-HU" dirty="0"/>
              <a:t> is </a:t>
            </a:r>
            <a:r>
              <a:rPr lang="hu-HU" dirty="0" err="1"/>
              <a:t>opened</a:t>
            </a:r>
            <a:r>
              <a:rPr lang="hu-HU" dirty="0"/>
              <a:t>!!!!!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C6CDE7-1C4D-4E1F-AA90-1F08C1514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474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B5863F-A022-4F05-839D-E678C2B6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10. </a:t>
            </a:r>
            <a:r>
              <a:rPr lang="hu-HU" dirty="0" err="1"/>
              <a:t>congrat</a:t>
            </a:r>
            <a:r>
              <a:rPr lang="hu-HU" dirty="0"/>
              <a:t>, </a:t>
            </a:r>
            <a:r>
              <a:rPr lang="hu-HU" dirty="0" err="1"/>
              <a:t>you</a:t>
            </a:r>
            <a:r>
              <a:rPr lang="hu-HU" dirty="0"/>
              <a:t> </a:t>
            </a:r>
            <a:r>
              <a:rPr lang="hu-HU" dirty="0" err="1"/>
              <a:t>just</a:t>
            </a:r>
            <a:r>
              <a:rPr lang="hu-HU" dirty="0"/>
              <a:t> </a:t>
            </a:r>
            <a:r>
              <a:rPr lang="hu-HU" dirty="0" err="1"/>
              <a:t>drinked</a:t>
            </a:r>
            <a:r>
              <a:rPr lang="hu-HU" dirty="0"/>
              <a:t> </a:t>
            </a:r>
            <a:r>
              <a:rPr lang="hu-HU" dirty="0" err="1"/>
              <a:t>water</a:t>
            </a:r>
            <a:r>
              <a:rPr lang="hu-HU" dirty="0"/>
              <a:t>!!!!!!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C8B006-6363-4EE1-9C22-A43D4C604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4937017"/>
      </p:ext>
    </p:extLst>
  </p:cSld>
  <p:clrMapOvr>
    <a:masterClrMapping/>
  </p:clrMapOvr>
</p:sld>
</file>

<file path=ppt/theme/theme1.xml><?xml version="1.0" encoding="utf-8"?>
<a:theme xmlns:a="http://schemas.openxmlformats.org/drawingml/2006/main" name="Szelet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</TotalTime>
  <Words>85</Words>
  <Application>Microsoft Office PowerPoint</Application>
  <PresentationFormat>Szélesvásznú</PresentationFormat>
  <Paragraphs>12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Szelet</vt:lpstr>
      <vt:lpstr>How to Drink water?</vt:lpstr>
      <vt:lpstr>1. Grab a bottle!!!!</vt:lpstr>
      <vt:lpstr>2. Find a sink!!!!</vt:lpstr>
      <vt:lpstr>3. Open the sink!!!</vt:lpstr>
      <vt:lpstr>4. While the sink is open fill the bottle</vt:lpstr>
      <vt:lpstr>5. Wait till it become full!!!!!4</vt:lpstr>
      <vt:lpstr>6. Grab the bottle with your hand!!!!</vt:lpstr>
      <vt:lpstr>7. Open your mouth</vt:lpstr>
      <vt:lpstr>8. Grab the bottle!!!!!!!</vt:lpstr>
      <vt:lpstr>9. Drink the water while your mouth is opened!!!!!</vt:lpstr>
      <vt:lpstr>10. congrat, you just drinked water!!!!!!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Drink water?</dc:title>
  <dc:creator>Ádám Suriel Milán</dc:creator>
  <cp:lastModifiedBy>Ádám Suriel Milán</cp:lastModifiedBy>
  <cp:revision>1</cp:revision>
  <dcterms:created xsi:type="dcterms:W3CDTF">2025-11-10T09:56:44Z</dcterms:created>
  <dcterms:modified xsi:type="dcterms:W3CDTF">2025-11-10T10:00:07Z</dcterms:modified>
</cp:coreProperties>
</file>