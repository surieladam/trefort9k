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33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562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595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205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99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723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281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976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199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155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78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6FFFF-557F-4F1E-8439-409198EE9313}" type="datetimeFigureOut">
              <a:rPr lang="hu-HU" smtClean="0"/>
              <a:t>2021. 10. 14.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073EF-D705-46A3-A38B-E9823E6DE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850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estmarkt.hu/gigabyte-b550-gaming-x-alaplap-p618867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771"/>
          </a:xfrm>
        </p:spPr>
        <p:txBody>
          <a:bodyPr>
            <a:normAutofit/>
          </a:bodyPr>
          <a:lstStyle/>
          <a:p>
            <a:pPr algn="ctr"/>
            <a:r>
              <a:rPr lang="hu-HU" sz="3200" b="1" dirty="0" smtClean="0">
                <a:solidFill>
                  <a:srgbClr val="A162D0"/>
                </a:solidFill>
                <a:latin typeface="Arial Black" panose="020B0A04020102020204" pitchFamily="34" charset="0"/>
              </a:rPr>
              <a:t>Követelmények a diasorhoz:</a:t>
            </a:r>
            <a:endParaRPr lang="hu-HU" sz="3200" b="1" dirty="0">
              <a:solidFill>
                <a:srgbClr val="A162D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Minden dia kapjon másféle hátteret: sötét illetve világos hátteret</a:t>
            </a:r>
          </a:p>
          <a:p>
            <a:r>
              <a:rPr lang="hu-HU" dirty="0" smtClean="0"/>
              <a:t>1. dia: Főcím és alcím</a:t>
            </a:r>
          </a:p>
          <a:p>
            <a:r>
              <a:rPr lang="hu-HU" dirty="0" smtClean="0"/>
              <a:t>2. dia: Alaplapról szóló ajánló szöveg (4-5 sor). (segítség: </a:t>
            </a:r>
            <a:r>
              <a:rPr lang="hu-HU" dirty="0" smtClean="0">
                <a:hlinkClick r:id="rId2"/>
              </a:rPr>
              <a:t>https://www.bestmarkt.hu/gigabyte-b550-gaming-x-alaplap-p618867</a:t>
            </a:r>
            <a:endParaRPr lang="hu-HU" dirty="0" smtClean="0"/>
          </a:p>
          <a:p>
            <a:r>
              <a:rPr lang="hu-HU" dirty="0" smtClean="0"/>
              <a:t>Bemutató végén </a:t>
            </a:r>
            <a:r>
              <a:rPr lang="hu-HU" dirty="0" err="1" smtClean="0"/>
              <a:t>ússzon</a:t>
            </a:r>
            <a:r>
              <a:rPr lang="hu-HU" dirty="0" smtClean="0"/>
              <a:t> ki a szöveg</a:t>
            </a:r>
            <a:endParaRPr lang="hu-HU" dirty="0"/>
          </a:p>
          <a:p>
            <a:r>
              <a:rPr lang="hu-HU" dirty="0" smtClean="0"/>
              <a:t>3. dia: kép beillesztése, beúszó szövegek, lüktető nyilak</a:t>
            </a:r>
          </a:p>
          <a:p>
            <a:r>
              <a:rPr lang="hu-HU" dirty="0" smtClean="0"/>
              <a:t>Segítség a </a:t>
            </a:r>
            <a:r>
              <a:rPr lang="hu-HU" dirty="0" err="1" smtClean="0"/>
              <a:t>txt</a:t>
            </a:r>
            <a:r>
              <a:rPr lang="hu-HU" dirty="0" smtClean="0"/>
              <a:t> fájlban.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93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3200" dirty="0" smtClean="0"/>
              <a:t>Főcím</a:t>
            </a:r>
            <a:endParaRPr lang="hu-HU" sz="32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Alcím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4313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2400" dirty="0" smtClean="0"/>
              <a:t>Dia Címe</a:t>
            </a:r>
            <a:endParaRPr lang="hu-HU" sz="2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Rövid ajánló az alaplaphoz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605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400" dirty="0" smtClean="0"/>
              <a:t>Dia Címe</a:t>
            </a:r>
            <a:endParaRPr lang="hu-HU" sz="240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 dirty="0" smtClean="0"/>
          </a:p>
          <a:p>
            <a:r>
              <a:rPr lang="hu-HU" dirty="0" smtClean="0"/>
              <a:t>Processzor foglalat </a:t>
            </a:r>
            <a:r>
              <a:rPr lang="hu-HU" dirty="0" err="1" smtClean="0"/>
              <a:t>Socket</a:t>
            </a:r>
            <a:r>
              <a:rPr lang="hu-HU" dirty="0" smtClean="0"/>
              <a:t> AM4</a:t>
            </a:r>
          </a:p>
          <a:p>
            <a:r>
              <a:rPr lang="pt-BR" dirty="0" smtClean="0"/>
              <a:t>Memória foglalat száma 4 db</a:t>
            </a:r>
            <a:endParaRPr lang="hu-HU" dirty="0" smtClean="0"/>
          </a:p>
          <a:p>
            <a:r>
              <a:rPr lang="hu-HU" dirty="0" smtClean="0"/>
              <a:t>…</a:t>
            </a:r>
          </a:p>
          <a:p>
            <a:r>
              <a:rPr lang="hu-HU" dirty="0" smtClean="0"/>
              <a:t>….</a:t>
            </a:r>
          </a:p>
          <a:p>
            <a:r>
              <a:rPr lang="hu-HU" dirty="0" smtClean="0"/>
              <a:t>….</a:t>
            </a:r>
            <a:endParaRPr lang="hu-HU" dirty="0"/>
          </a:p>
        </p:txBody>
      </p:sp>
      <p:pic>
        <p:nvPicPr>
          <p:cNvPr id="5" name="Tartalom helye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353" y="1825625"/>
            <a:ext cx="5131294" cy="4351338"/>
          </a:xfrm>
        </p:spPr>
      </p:pic>
      <p:cxnSp>
        <p:nvCxnSpPr>
          <p:cNvPr id="7" name="Egyenes összekötő nyíllal 6"/>
          <p:cNvCxnSpPr/>
          <p:nvPr/>
        </p:nvCxnSpPr>
        <p:spPr>
          <a:xfrm>
            <a:off x="5900928" y="2584704"/>
            <a:ext cx="3694176" cy="1548384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Egyenes összekötő nyíllal 10"/>
          <p:cNvCxnSpPr/>
          <p:nvPr/>
        </p:nvCxnSpPr>
        <p:spPr>
          <a:xfrm>
            <a:off x="5474208" y="3121152"/>
            <a:ext cx="3980688" cy="2234311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91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84</Words>
  <Application>Microsoft Office PowerPoint</Application>
  <PresentationFormat>Szélesvásznú</PresentationFormat>
  <Paragraphs>18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Office-téma</vt:lpstr>
      <vt:lpstr>Követelmények a diasorhoz:</vt:lpstr>
      <vt:lpstr>Főcím</vt:lpstr>
      <vt:lpstr>Dia Címe</vt:lpstr>
      <vt:lpstr>Dia Címe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X</dc:creator>
  <cp:lastModifiedBy>X</cp:lastModifiedBy>
  <cp:revision>6</cp:revision>
  <dcterms:created xsi:type="dcterms:W3CDTF">2021-10-13T22:38:35Z</dcterms:created>
  <dcterms:modified xsi:type="dcterms:W3CDTF">2021-10-13T23:14:26Z</dcterms:modified>
</cp:coreProperties>
</file>