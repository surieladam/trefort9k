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A3A6-9575-4453-B0DE-D1F98A7501EF}" type="datetimeFigureOut">
              <a:rPr lang="hu-HU" smtClean="0"/>
              <a:t>2025. 11. 10.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56C-71B3-4243-9FBA-50C3A619A3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7497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A3A6-9575-4453-B0DE-D1F98A7501EF}" type="datetimeFigureOut">
              <a:rPr lang="hu-HU" smtClean="0"/>
              <a:t>2025. 11. 10.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56C-71B3-4243-9FBA-50C3A619A3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2490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A3A6-9575-4453-B0DE-D1F98A7501EF}" type="datetimeFigureOut">
              <a:rPr lang="hu-HU" smtClean="0"/>
              <a:t>2025. 11. 10.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56C-71B3-4243-9FBA-50C3A619A3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84518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A3A6-9575-4453-B0DE-D1F98A7501EF}" type="datetimeFigureOut">
              <a:rPr lang="hu-HU" smtClean="0"/>
              <a:t>2025. 11. 10.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56C-71B3-4243-9FBA-50C3A619A3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74339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A3A6-9575-4453-B0DE-D1F98A7501EF}" type="datetimeFigureOut">
              <a:rPr lang="hu-HU" smtClean="0"/>
              <a:t>2025. 11. 10.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56C-71B3-4243-9FBA-50C3A619A3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799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A3A6-9575-4453-B0DE-D1F98A7501EF}" type="datetimeFigureOut">
              <a:rPr lang="hu-HU" smtClean="0"/>
              <a:t>2025. 11. 10.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56C-71B3-4243-9FBA-50C3A619A3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1376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A3A6-9575-4453-B0DE-D1F98A7501EF}" type="datetimeFigureOut">
              <a:rPr lang="hu-HU" smtClean="0"/>
              <a:t>2025. 11. 10.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56C-71B3-4243-9FBA-50C3A619A3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1671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A3A6-9575-4453-B0DE-D1F98A7501EF}" type="datetimeFigureOut">
              <a:rPr lang="hu-HU" smtClean="0"/>
              <a:t>2025. 11. 10.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56C-71B3-4243-9FBA-50C3A619A3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8606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A3A6-9575-4453-B0DE-D1F98A7501EF}" type="datetimeFigureOut">
              <a:rPr lang="hu-HU" smtClean="0"/>
              <a:t>2025. 11. 10.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56C-71B3-4243-9FBA-50C3A619A3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32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A3A6-9575-4453-B0DE-D1F98A7501EF}" type="datetimeFigureOut">
              <a:rPr lang="hu-HU" smtClean="0"/>
              <a:t>2025. 11. 10.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56C-71B3-4243-9FBA-50C3A619A3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2480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A3A6-9575-4453-B0DE-D1F98A7501EF}" type="datetimeFigureOut">
              <a:rPr lang="hu-HU" smtClean="0"/>
              <a:t>2025. 11. 10.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56C-71B3-4243-9FBA-50C3A619A3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524062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A3A6-9575-4453-B0DE-D1F98A7501EF}" type="datetimeFigureOut">
              <a:rPr lang="hu-HU" smtClean="0"/>
              <a:t>2025. 11. 10.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56C-71B3-4243-9FBA-50C3A619A38C}" type="slidenum">
              <a:rPr lang="hu-HU" smtClean="0"/>
              <a:t>‹#›</a:t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2947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A3A6-9575-4453-B0DE-D1F98A7501EF}" type="datetimeFigureOut">
              <a:rPr lang="hu-HU" smtClean="0"/>
              <a:t>2025. 11. 10.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56C-71B3-4243-9FBA-50C3A619A3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45209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A3A6-9575-4453-B0DE-D1F98A7501EF}" type="datetimeFigureOut">
              <a:rPr lang="hu-HU" smtClean="0"/>
              <a:t>2025. 11. 10.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56C-71B3-4243-9FBA-50C3A619A3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2612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A3A6-9575-4453-B0DE-D1F98A7501EF}" type="datetimeFigureOut">
              <a:rPr lang="hu-HU" smtClean="0"/>
              <a:t>2025. 11. 10.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56C-71B3-4243-9FBA-50C3A619A3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39251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A3A6-9575-4453-B0DE-D1F98A7501EF}" type="datetimeFigureOut">
              <a:rPr lang="hu-HU" smtClean="0"/>
              <a:t>2025. 11. 10.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56C-71B3-4243-9FBA-50C3A619A3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79845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A3A6-9575-4453-B0DE-D1F98A7501EF}" type="datetimeFigureOut">
              <a:rPr lang="hu-HU" smtClean="0"/>
              <a:t>2025. 11. 10.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56C-71B3-4243-9FBA-50C3A619A3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9282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FA3A6-9575-4453-B0DE-D1F98A7501EF}" type="datetimeFigureOut">
              <a:rPr lang="hu-HU" smtClean="0"/>
              <a:t>2025. 11. 10.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E456C-71B3-4243-9FBA-50C3A619A3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918987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estmarkt.hu/gigabyte-b550-gaming-x-alaplap-p618867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>
            <a:extLst>
              <a:ext uri="{FF2B5EF4-FFF2-40B4-BE49-F238E27FC236}">
                <a16:creationId xmlns:a16="http://schemas.microsoft.com/office/drawing/2014/main" id="{6587A03A-38C8-453D-9E0E-64F302681E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DDF07E-1EBE-4AD9-979B-8685B754FBD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070554" y="1900664"/>
            <a:ext cx="1005089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+mn-lt"/>
              </a:rPr>
              <a:t>Gigabyte B550 GAMING X alaplap </a:t>
            </a:r>
          </a:p>
        </p:txBody>
      </p:sp>
    </p:spTree>
    <p:extLst>
      <p:ext uri="{BB962C8B-B14F-4D97-AF65-F5344CB8AC3E}">
        <p14:creationId xmlns:p14="http://schemas.microsoft.com/office/powerpoint/2010/main" val="366431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1FD72D-E636-4D45-B729-9B88E5EDD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altLang="hu-HU" sz="4800" b="0" cap="none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</a:rPr>
              <a:t>Gigabyte B550 GAMING X alaplap </a:t>
            </a:r>
            <a:endParaRPr lang="hu-HU" sz="4800" dirty="0">
              <a:solidFill>
                <a:schemeClr val="tx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3CCA982-AFE2-4F1A-A06A-30C37F6D5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hlinkClick r:id="rId2"/>
              </a:rPr>
              <a:t>https://www.bestmarkt.hu/gigabyte-b550-gaming-x-alaplap-p618867</a:t>
            </a:r>
            <a:endParaRPr lang="hu-HU" dirty="0"/>
          </a:p>
          <a:p>
            <a:r>
              <a:rPr lang="hu-HU" dirty="0"/>
              <a:t>Tökéletes </a:t>
            </a:r>
            <a:r>
              <a:rPr lang="hu-HU" dirty="0" err="1"/>
              <a:t>videojatekozashoz</a:t>
            </a:r>
            <a:endParaRPr lang="hu-HU" dirty="0"/>
          </a:p>
          <a:p>
            <a:r>
              <a:rPr lang="hu-HU" dirty="0"/>
              <a:t>Sört is csapol ha beprogramozza az ember</a:t>
            </a:r>
          </a:p>
          <a:p>
            <a:r>
              <a:rPr lang="hu-HU" dirty="0"/>
              <a:t>Ha magányos akkor még beszélget is magával</a:t>
            </a:r>
          </a:p>
        </p:txBody>
      </p:sp>
    </p:spTree>
    <p:extLst>
      <p:ext uri="{BB962C8B-B14F-4D97-AF65-F5344CB8AC3E}">
        <p14:creationId xmlns:p14="http://schemas.microsoft.com/office/powerpoint/2010/main" val="1716146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203C3A9-B21C-42BA-8AEB-EA7486985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altLang="hu-HU" sz="4400" b="0" cap="non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Gigabyte B550 GAMING X alaplap </a:t>
            </a:r>
            <a:endParaRPr lang="hu-HU" sz="4400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0BA98CA-AA07-43A0-83D6-FC7F44ADC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  <a:p>
            <a:endParaRPr lang="hu-HU" dirty="0"/>
          </a:p>
        </p:txBody>
      </p:sp>
      <p:grpSp>
        <p:nvGrpSpPr>
          <p:cNvPr id="4" name="Group 412">
            <a:extLst>
              <a:ext uri="{FF2B5EF4-FFF2-40B4-BE49-F238E27FC236}">
                <a16:creationId xmlns:a16="http://schemas.microsoft.com/office/drawing/2014/main" id="{A92BDBFE-66FA-4A03-9B29-FC7AFB86FFF6}"/>
              </a:ext>
            </a:extLst>
          </p:cNvPr>
          <p:cNvGrpSpPr/>
          <p:nvPr/>
        </p:nvGrpSpPr>
        <p:grpSpPr>
          <a:xfrm>
            <a:off x="3453641" y="2056500"/>
            <a:ext cx="5141595" cy="3695136"/>
            <a:chOff x="0" y="0"/>
            <a:chExt cx="5141976" cy="3816096"/>
          </a:xfrm>
        </p:grpSpPr>
        <p:pic>
          <p:nvPicPr>
            <p:cNvPr id="5" name="Picture 54">
              <a:extLst>
                <a:ext uri="{FF2B5EF4-FFF2-40B4-BE49-F238E27FC236}">
                  <a16:creationId xmlns:a16="http://schemas.microsoft.com/office/drawing/2014/main" id="{3EFCBFEE-FFC0-4B30-8CE6-4E3D9538AB72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43128" y="0"/>
              <a:ext cx="4498848" cy="3816096"/>
            </a:xfrm>
            <a:prstGeom prst="rect">
              <a:avLst/>
            </a:prstGeom>
          </p:spPr>
        </p:pic>
        <p:sp>
          <p:nvSpPr>
            <p:cNvPr id="6" name="Shape 55">
              <a:extLst>
                <a:ext uri="{FF2B5EF4-FFF2-40B4-BE49-F238E27FC236}">
                  <a16:creationId xmlns:a16="http://schemas.microsoft.com/office/drawing/2014/main" id="{49B4BF5A-32E7-44A5-807B-BAB1F2A09CDE}"/>
                </a:ext>
              </a:extLst>
            </p:cNvPr>
            <p:cNvSpPr/>
            <p:nvPr/>
          </p:nvSpPr>
          <p:spPr>
            <a:xfrm>
              <a:off x="376428" y="650748"/>
              <a:ext cx="3246120" cy="1392936"/>
            </a:xfrm>
            <a:custGeom>
              <a:avLst/>
              <a:gdLst/>
              <a:ahLst/>
              <a:cxnLst/>
              <a:rect l="0" t="0" r="0" b="0"/>
              <a:pathLst>
                <a:path w="3246120" h="1392936">
                  <a:moveTo>
                    <a:pt x="12192" y="0"/>
                  </a:moveTo>
                  <a:lnTo>
                    <a:pt x="3164224" y="1320082"/>
                  </a:lnTo>
                  <a:lnTo>
                    <a:pt x="3131820" y="1277112"/>
                  </a:lnTo>
                  <a:cubicBezTo>
                    <a:pt x="3127248" y="1269492"/>
                    <a:pt x="3127248" y="1258824"/>
                    <a:pt x="3134868" y="1254252"/>
                  </a:cubicBezTo>
                  <a:cubicBezTo>
                    <a:pt x="3142488" y="1248156"/>
                    <a:pt x="3153156" y="1249680"/>
                    <a:pt x="3159252" y="1257300"/>
                  </a:cubicBezTo>
                  <a:lnTo>
                    <a:pt x="3246120" y="1373124"/>
                  </a:lnTo>
                  <a:lnTo>
                    <a:pt x="3102864" y="1391412"/>
                  </a:lnTo>
                  <a:cubicBezTo>
                    <a:pt x="3093720" y="1392936"/>
                    <a:pt x="3084576" y="1386840"/>
                    <a:pt x="3083052" y="1377696"/>
                  </a:cubicBezTo>
                  <a:cubicBezTo>
                    <a:pt x="3083052" y="1368552"/>
                    <a:pt x="3089148" y="1359408"/>
                    <a:pt x="3098292" y="1357884"/>
                  </a:cubicBezTo>
                  <a:lnTo>
                    <a:pt x="3153653" y="1351240"/>
                  </a:lnTo>
                  <a:lnTo>
                    <a:pt x="0" y="30480"/>
                  </a:lnTo>
                  <a:lnTo>
                    <a:pt x="12192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C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hu-HU"/>
            </a:p>
          </p:txBody>
        </p:sp>
        <p:sp>
          <p:nvSpPr>
            <p:cNvPr id="7" name="Shape 56">
              <a:extLst>
                <a:ext uri="{FF2B5EF4-FFF2-40B4-BE49-F238E27FC236}">
                  <a16:creationId xmlns:a16="http://schemas.microsoft.com/office/drawing/2014/main" id="{4FCFE55A-45FE-4AFB-B805-C6E638CFC330}"/>
                </a:ext>
              </a:extLst>
            </p:cNvPr>
            <p:cNvSpPr/>
            <p:nvPr/>
          </p:nvSpPr>
          <p:spPr>
            <a:xfrm>
              <a:off x="0" y="1121664"/>
              <a:ext cx="3499105" cy="1976628"/>
            </a:xfrm>
            <a:custGeom>
              <a:avLst/>
              <a:gdLst/>
              <a:ahLst/>
              <a:cxnLst/>
              <a:rect l="0" t="0" r="0" b="0"/>
              <a:pathLst>
                <a:path w="3499105" h="1976628">
                  <a:moveTo>
                    <a:pt x="16764" y="0"/>
                  </a:moveTo>
                  <a:lnTo>
                    <a:pt x="3424881" y="1912566"/>
                  </a:lnTo>
                  <a:lnTo>
                    <a:pt x="3396996" y="1865376"/>
                  </a:lnTo>
                  <a:cubicBezTo>
                    <a:pt x="3392424" y="1857756"/>
                    <a:pt x="3395472" y="1847088"/>
                    <a:pt x="3403092" y="1842516"/>
                  </a:cubicBezTo>
                  <a:cubicBezTo>
                    <a:pt x="3410712" y="1837944"/>
                    <a:pt x="3421381" y="1840992"/>
                    <a:pt x="3425953" y="1848612"/>
                  </a:cubicBezTo>
                  <a:lnTo>
                    <a:pt x="3499105" y="1973580"/>
                  </a:lnTo>
                  <a:lnTo>
                    <a:pt x="3354324" y="1976628"/>
                  </a:lnTo>
                  <a:cubicBezTo>
                    <a:pt x="3345181" y="1976628"/>
                    <a:pt x="3337560" y="1969008"/>
                    <a:pt x="3337560" y="1959864"/>
                  </a:cubicBezTo>
                  <a:cubicBezTo>
                    <a:pt x="3337560" y="1950720"/>
                    <a:pt x="3345181" y="1943100"/>
                    <a:pt x="3354324" y="1943100"/>
                  </a:cubicBezTo>
                  <a:lnTo>
                    <a:pt x="3409633" y="1942372"/>
                  </a:lnTo>
                  <a:lnTo>
                    <a:pt x="0" y="28956"/>
                  </a:lnTo>
                  <a:lnTo>
                    <a:pt x="16764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92D05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hu-HU"/>
            </a:p>
          </p:txBody>
        </p:sp>
      </p:grp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2CF732DB-2559-4104-BB96-51F42C2350E5}"/>
              </a:ext>
            </a:extLst>
          </p:cNvPr>
          <p:cNvSpPr txBox="1"/>
          <p:nvPr/>
        </p:nvSpPr>
        <p:spPr>
          <a:xfrm>
            <a:off x="2019630" y="2096064"/>
            <a:ext cx="2297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Processzor foglalat </a:t>
            </a:r>
            <a:r>
              <a:rPr lang="hu-HU" dirty="0" err="1"/>
              <a:t>Socket</a:t>
            </a:r>
            <a:r>
              <a:rPr lang="hu-HU" dirty="0"/>
              <a:t> AM4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CE0F5123-AE60-4CB5-AFF7-1155F7B75276}"/>
              </a:ext>
            </a:extLst>
          </p:cNvPr>
          <p:cNvSpPr txBox="1"/>
          <p:nvPr/>
        </p:nvSpPr>
        <p:spPr>
          <a:xfrm>
            <a:off x="1502797" y="2910177"/>
            <a:ext cx="2107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hu-HU"/>
              <a:t>Memória foglalat száma 4 db</a:t>
            </a:r>
          </a:p>
        </p:txBody>
      </p:sp>
    </p:spTree>
    <p:extLst>
      <p:ext uri="{BB962C8B-B14F-4D97-AF65-F5344CB8AC3E}">
        <p14:creationId xmlns:p14="http://schemas.microsoft.com/office/powerpoint/2010/main" val="3969701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4D5F72B-1EA8-4EC8-A8DF-B4E5BFDC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altLang="hu-HU" sz="4400" b="0" cap="none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+mn-lt"/>
              </a:rPr>
              <a:t>Gigabyte B550 GAMING X alaplap </a:t>
            </a:r>
            <a:endParaRPr lang="hu-HU" sz="4400" dirty="0">
              <a:solidFill>
                <a:schemeClr val="accent5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674EC7E-4A29-4B68-AF48-EAE94ECEF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Bővítőhelyek </a:t>
            </a:r>
            <a:r>
              <a:rPr lang="hu-HU" dirty="0" err="1"/>
              <a:t>PCIe</a:t>
            </a:r>
            <a:r>
              <a:rPr lang="hu-HU" dirty="0"/>
              <a:t> 4.0 x16 2 db</a:t>
            </a:r>
          </a:p>
          <a:p>
            <a:r>
              <a:rPr lang="hu-HU" dirty="0"/>
              <a:t>Bővítőhelyek </a:t>
            </a:r>
            <a:r>
              <a:rPr lang="hu-HU" dirty="0" err="1"/>
              <a:t>PCIe</a:t>
            </a:r>
            <a:r>
              <a:rPr lang="hu-HU" dirty="0"/>
              <a:t> 3.0 x1 3 db</a:t>
            </a:r>
          </a:p>
          <a:p>
            <a:r>
              <a:rPr lang="hu-HU" dirty="0"/>
              <a:t>USB 3.2 </a:t>
            </a:r>
            <a:r>
              <a:rPr lang="hu-HU" dirty="0" err="1"/>
              <a:t>Gen</a:t>
            </a:r>
            <a:r>
              <a:rPr lang="hu-HU" dirty="0"/>
              <a:t> 2 (USB 3.1 Gen2) 1 db</a:t>
            </a:r>
          </a:p>
          <a:p>
            <a:r>
              <a:rPr lang="hu-HU" dirty="0"/>
              <a:t>USB 3.2 </a:t>
            </a:r>
            <a:r>
              <a:rPr lang="hu-HU" dirty="0" err="1"/>
              <a:t>Gen</a:t>
            </a:r>
            <a:r>
              <a:rPr lang="hu-HU" dirty="0"/>
              <a:t> 1 (USB 3.1 Gen1) 3 db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936609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TM04033921[[fn=Damaszt]]</Template>
  <TotalTime>14</TotalTime>
  <Words>88</Words>
  <Application>Microsoft Office PowerPoint</Application>
  <PresentationFormat>Szélesvásznú</PresentationFormat>
  <Paragraphs>14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8" baseType="lpstr">
      <vt:lpstr>Arial</vt:lpstr>
      <vt:lpstr>Bookman Old Style</vt:lpstr>
      <vt:lpstr>Rockwell</vt:lpstr>
      <vt:lpstr>Damask</vt:lpstr>
      <vt:lpstr>Gigabyte B550 GAMING X alaplap </vt:lpstr>
      <vt:lpstr>Gigabyte B550 GAMING X alaplap </vt:lpstr>
      <vt:lpstr>Gigabyte B550 GAMING X alaplap </vt:lpstr>
      <vt:lpstr>Gigabyte B550 GAMING X alaplap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Gigabyte B550 GAMING X alaplap</dc:title>
  <dc:creator>Ádám Suriel Milán</dc:creator>
  <cp:lastModifiedBy>Ádám Suriel Milán</cp:lastModifiedBy>
  <cp:revision>2</cp:revision>
  <dcterms:created xsi:type="dcterms:W3CDTF">2025-11-10T10:15:06Z</dcterms:created>
  <dcterms:modified xsi:type="dcterms:W3CDTF">2025-11-10T10:29:48Z</dcterms:modified>
</cp:coreProperties>
</file>